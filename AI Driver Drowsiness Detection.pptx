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5" d="100"/>
          <a:sy n="45" d="100"/>
        </p:scale>
        <p:origin x="364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22-May-26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22-May-26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22-May-26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22-May-26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22-May-26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22-May-26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50" y="-26987"/>
            <a:ext cx="20104100" cy="11308556"/>
          </a:xfrm>
          <a:prstGeom prst="rect">
            <a:avLst/>
          </a:prstGeom>
        </p:spPr>
      </p:pic>
      <p:pic>
        <p:nvPicPr>
          <p:cNvPr id="3" name="Image 9">
            <a:extLst>
              <a:ext uri="{FF2B5EF4-FFF2-40B4-BE49-F238E27FC236}">
                <a16:creationId xmlns:a16="http://schemas.microsoft.com/office/drawing/2014/main" id="{F313B065-99F4-46A8-BA28-C1228A77AEA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09050" y="1006475"/>
            <a:ext cx="22860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85725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EE5BD7-EF84-4D20-BF04-E98A5ECDE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050" y="2649538"/>
            <a:ext cx="7937006" cy="68225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DELL</dc:creator>
  <cp:lastModifiedBy>Muhammad Khan</cp:lastModifiedBy>
  <cp:revision>1</cp:revision>
  <dcterms:created xsi:type="dcterms:W3CDTF">2026-05-22T15:26:58Z</dcterms:created>
  <dcterms:modified xsi:type="dcterms:W3CDTF">2026-05-22T15:29:30Z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2026-05-22T00:00:00Z</vt:filetime>
  </property>
  <property fmtid="{D5CDD505-2E9C-101B-9397-08002B2CF9AE}" pid="3" name="LastSaved">
    <vt:filetime>2026-05-22T00:00:00Z</vt:filetime>
  </property>
  <property fmtid="{D5CDD505-2E9C-101B-9397-08002B2CF9AE}" pid="4" name="Producer">
    <vt:lpwstr>3-Heights(TM) PDF Security Shell 4.8.25.2 (http://www.pdf-tools.com)</vt:lpwstr>
  </property>
</Properties>
</file>